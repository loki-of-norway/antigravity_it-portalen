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138B93-C630-4E35-AE8C-83455087D276}" v="179" dt="2025-10-03T07:09:03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92" autoAdjust="0"/>
    <p:restoredTop sz="80614" autoAdjust="0"/>
  </p:normalViewPr>
  <p:slideViewPr>
    <p:cSldViewPr snapToGrid="0">
      <p:cViewPr varScale="1">
        <p:scale>
          <a:sx n="81" d="100"/>
          <a:sy n="81" d="100"/>
        </p:scale>
        <p:origin x="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odor Kvalem" userId="02316350-201e-4359-8696-30c58e917acb" providerId="ADAL" clId="{6A0741FF-CDDD-4D41-B100-E78A3AC8444B}"/>
    <pc:docChg chg="undo custSel addSld delSld modSld">
      <pc:chgData name="Theodor Kvalem" userId="02316350-201e-4359-8696-30c58e917acb" providerId="ADAL" clId="{6A0741FF-CDDD-4D41-B100-E78A3AC8444B}" dt="2025-10-03T07:27:00.106" v="1321" actId="115"/>
      <pc:docMkLst>
        <pc:docMk/>
      </pc:docMkLst>
      <pc:sldChg chg="addSp delSp modSp mod setBg">
        <pc:chgData name="Theodor Kvalem" userId="02316350-201e-4359-8696-30c58e917acb" providerId="ADAL" clId="{6A0741FF-CDDD-4D41-B100-E78A3AC8444B}" dt="2025-10-03T06:39:22.711" v="900" actId="115"/>
        <pc:sldMkLst>
          <pc:docMk/>
          <pc:sldMk cId="1716105209" sldId="256"/>
        </pc:sldMkLst>
        <pc:spChg chg="mod">
          <ac:chgData name="Theodor Kvalem" userId="02316350-201e-4359-8696-30c58e917acb" providerId="ADAL" clId="{6A0741FF-CDDD-4D41-B100-E78A3AC8444B}" dt="2025-09-29T10:08:26.535" v="837" actId="27636"/>
          <ac:spMkLst>
            <pc:docMk/>
            <pc:sldMk cId="1716105209" sldId="256"/>
            <ac:spMk id="2" creationId="{54F435C0-7C6E-6853-141D-A50EB0AFD718}"/>
          </ac:spMkLst>
        </pc:spChg>
        <pc:spChg chg="mod">
          <ac:chgData name="Theodor Kvalem" userId="02316350-201e-4359-8696-30c58e917acb" providerId="ADAL" clId="{6A0741FF-CDDD-4D41-B100-E78A3AC8444B}" dt="2025-10-03T06:39:22.711" v="900" actId="115"/>
          <ac:spMkLst>
            <pc:docMk/>
            <pc:sldMk cId="1716105209" sldId="256"/>
            <ac:spMk id="3" creationId="{EC8928A9-7626-79BC-18C2-4A5B57F0B237}"/>
          </ac:spMkLst>
        </pc:spChg>
        <pc:spChg chg="add">
          <ac:chgData name="Theodor Kvalem" userId="02316350-201e-4359-8696-30c58e917acb" providerId="ADAL" clId="{6A0741FF-CDDD-4D41-B100-E78A3AC8444B}" dt="2025-09-29T08:06:01.320" v="129" actId="26606"/>
          <ac:spMkLst>
            <pc:docMk/>
            <pc:sldMk cId="1716105209" sldId="256"/>
            <ac:spMk id="10" creationId="{5A7802B6-FF37-40CF-A7E2-6F2A0D9A91EF}"/>
          </ac:spMkLst>
        </pc:spChg>
        <pc:spChg chg="add mod">
          <ac:chgData name="Theodor Kvalem" userId="02316350-201e-4359-8696-30c58e917acb" providerId="ADAL" clId="{6A0741FF-CDDD-4D41-B100-E78A3AC8444B}" dt="2025-09-29T10:07:56.912" v="827" actId="13926"/>
          <ac:spMkLst>
            <pc:docMk/>
            <pc:sldMk cId="1716105209" sldId="256"/>
            <ac:spMk id="16" creationId="{77A5B347-3F85-BF7F-82B6-264022D488F6}"/>
          </ac:spMkLst>
        </pc:spChg>
        <pc:picChg chg="add mod">
          <ac:chgData name="Theodor Kvalem" userId="02316350-201e-4359-8696-30c58e917acb" providerId="ADAL" clId="{6A0741FF-CDDD-4D41-B100-E78A3AC8444B}" dt="2025-09-29T08:25:28.014" v="304" actId="27957"/>
          <ac:picMkLst>
            <pc:docMk/>
            <pc:sldMk cId="1716105209" sldId="256"/>
            <ac:picMk id="7" creationId="{280E2A49-62F3-2EAF-E6B4-A244820512DA}"/>
          </ac:picMkLst>
        </pc:picChg>
        <pc:picChg chg="add mod modCrop">
          <ac:chgData name="Theodor Kvalem" userId="02316350-201e-4359-8696-30c58e917acb" providerId="ADAL" clId="{6A0741FF-CDDD-4D41-B100-E78A3AC8444B}" dt="2025-09-29T08:59:46.652" v="658" actId="1076"/>
          <ac:picMkLst>
            <pc:docMk/>
            <pc:sldMk cId="1716105209" sldId="256"/>
            <ac:picMk id="11" creationId="{E608A04F-6133-5B96-8E63-EB7D6B6F6929}"/>
          </ac:picMkLst>
        </pc:picChg>
      </pc:sldChg>
      <pc:sldChg chg="addSp delSp modSp mod setBg">
        <pc:chgData name="Theodor Kvalem" userId="02316350-201e-4359-8696-30c58e917acb" providerId="ADAL" clId="{6A0741FF-CDDD-4D41-B100-E78A3AC8444B}" dt="2025-10-03T06:22:41.313" v="890" actId="21"/>
        <pc:sldMkLst>
          <pc:docMk/>
          <pc:sldMk cId="1773311021" sldId="257"/>
        </pc:sldMkLst>
        <pc:spChg chg="mod">
          <ac:chgData name="Theodor Kvalem" userId="02316350-201e-4359-8696-30c58e917acb" providerId="ADAL" clId="{6A0741FF-CDDD-4D41-B100-E78A3AC8444B}" dt="2025-09-29T10:16:25.880" v="868" actId="113"/>
          <ac:spMkLst>
            <pc:docMk/>
            <pc:sldMk cId="1773311021" sldId="257"/>
            <ac:spMk id="2" creationId="{8CB55CF4-6CF4-1E4A-D6C4-1183425F9F43}"/>
          </ac:spMkLst>
        </pc:spChg>
        <pc:spChg chg="mod">
          <ac:chgData name="Theodor Kvalem" userId="02316350-201e-4359-8696-30c58e917acb" providerId="ADAL" clId="{6A0741FF-CDDD-4D41-B100-E78A3AC8444B}" dt="2025-09-29T08:26:47.451" v="318" actId="207"/>
          <ac:spMkLst>
            <pc:docMk/>
            <pc:sldMk cId="1773311021" sldId="257"/>
            <ac:spMk id="3" creationId="{47A86A83-2E7B-B42A-824D-056951395F37}"/>
          </ac:spMkLst>
        </pc:spChg>
        <pc:picChg chg="add mod">
          <ac:chgData name="Theodor Kvalem" userId="02316350-201e-4359-8696-30c58e917acb" providerId="ADAL" clId="{6A0741FF-CDDD-4D41-B100-E78A3AC8444B}" dt="2025-09-29T09:00:32.033" v="665" actId="1076"/>
          <ac:picMkLst>
            <pc:docMk/>
            <pc:sldMk cId="1773311021" sldId="257"/>
            <ac:picMk id="6" creationId="{5E201D22-FAD1-337F-01BD-A7343E098FF4}"/>
          </ac:picMkLst>
        </pc:picChg>
        <pc:picChg chg="add del mod">
          <ac:chgData name="Theodor Kvalem" userId="02316350-201e-4359-8696-30c58e917acb" providerId="ADAL" clId="{6A0741FF-CDDD-4D41-B100-E78A3AC8444B}" dt="2025-10-03T06:22:41.313" v="890" actId="21"/>
          <ac:picMkLst>
            <pc:docMk/>
            <pc:sldMk cId="1773311021" sldId="257"/>
            <ac:picMk id="8" creationId="{B60C31CC-6D5B-13E0-D821-926C79084660}"/>
          </ac:picMkLst>
        </pc:picChg>
      </pc:sldChg>
      <pc:sldChg chg="addSp modSp mod setBg">
        <pc:chgData name="Theodor Kvalem" userId="02316350-201e-4359-8696-30c58e917acb" providerId="ADAL" clId="{6A0741FF-CDDD-4D41-B100-E78A3AC8444B}" dt="2025-09-29T09:00:42.950" v="667" actId="1076"/>
        <pc:sldMkLst>
          <pc:docMk/>
          <pc:sldMk cId="2879461629" sldId="258"/>
        </pc:sldMkLst>
        <pc:spChg chg="mod">
          <ac:chgData name="Theodor Kvalem" userId="02316350-201e-4359-8696-30c58e917acb" providerId="ADAL" clId="{6A0741FF-CDDD-4D41-B100-E78A3AC8444B}" dt="2025-09-29T08:27:02.049" v="322" actId="14100"/>
          <ac:spMkLst>
            <pc:docMk/>
            <pc:sldMk cId="2879461629" sldId="258"/>
            <ac:spMk id="2" creationId="{28D5BA45-A445-E187-E835-68E261338198}"/>
          </ac:spMkLst>
        </pc:spChg>
        <pc:spChg chg="mod">
          <ac:chgData name="Theodor Kvalem" userId="02316350-201e-4359-8696-30c58e917acb" providerId="ADAL" clId="{6A0741FF-CDDD-4D41-B100-E78A3AC8444B}" dt="2025-09-29T08:28:01.243" v="330" actId="115"/>
          <ac:spMkLst>
            <pc:docMk/>
            <pc:sldMk cId="2879461629" sldId="258"/>
            <ac:spMk id="3" creationId="{BD021B00-3B1E-90C3-9289-E08D3467A68C}"/>
          </ac:spMkLst>
        </pc:spChg>
        <pc:picChg chg="add mod">
          <ac:chgData name="Theodor Kvalem" userId="02316350-201e-4359-8696-30c58e917acb" providerId="ADAL" clId="{6A0741FF-CDDD-4D41-B100-E78A3AC8444B}" dt="2025-09-29T09:00:42.950" v="667" actId="1076"/>
          <ac:picMkLst>
            <pc:docMk/>
            <pc:sldMk cId="2879461629" sldId="258"/>
            <ac:picMk id="5" creationId="{80B612FD-1059-79F3-947E-39C577B6B673}"/>
          </ac:picMkLst>
        </pc:picChg>
      </pc:sldChg>
      <pc:sldChg chg="addSp modSp mod setBg modNotesTx">
        <pc:chgData name="Theodor Kvalem" userId="02316350-201e-4359-8696-30c58e917acb" providerId="ADAL" clId="{6A0741FF-CDDD-4D41-B100-E78A3AC8444B}" dt="2025-10-03T06:41:08.788" v="921" actId="20577"/>
        <pc:sldMkLst>
          <pc:docMk/>
          <pc:sldMk cId="3957557898" sldId="259"/>
        </pc:sldMkLst>
        <pc:spChg chg="mod">
          <ac:chgData name="Theodor Kvalem" userId="02316350-201e-4359-8696-30c58e917acb" providerId="ADAL" clId="{6A0741FF-CDDD-4D41-B100-E78A3AC8444B}" dt="2025-09-29T08:35:03.956" v="449" actId="115"/>
          <ac:spMkLst>
            <pc:docMk/>
            <pc:sldMk cId="3957557898" sldId="259"/>
            <ac:spMk id="2" creationId="{86F30F37-DD60-C1D9-AE7A-45AEDB313600}"/>
          </ac:spMkLst>
        </pc:spChg>
        <pc:spChg chg="mod">
          <ac:chgData name="Theodor Kvalem" userId="02316350-201e-4359-8696-30c58e917acb" providerId="ADAL" clId="{6A0741FF-CDDD-4D41-B100-E78A3AC8444B}" dt="2025-10-03T06:40:45.152" v="905" actId="21"/>
          <ac:spMkLst>
            <pc:docMk/>
            <pc:sldMk cId="3957557898" sldId="259"/>
            <ac:spMk id="3" creationId="{61685044-C038-BC05-2F0E-0DF7964E02EA}"/>
          </ac:spMkLst>
        </pc:spChg>
        <pc:picChg chg="add mod">
          <ac:chgData name="Theodor Kvalem" userId="02316350-201e-4359-8696-30c58e917acb" providerId="ADAL" clId="{6A0741FF-CDDD-4D41-B100-E78A3AC8444B}" dt="2025-09-29T09:57:15.694" v="677" actId="1076"/>
          <ac:picMkLst>
            <pc:docMk/>
            <pc:sldMk cId="3957557898" sldId="259"/>
            <ac:picMk id="5" creationId="{0CAF1E37-3347-A2FB-3C96-B60DD93F35DD}"/>
          </ac:picMkLst>
        </pc:picChg>
        <pc:picChg chg="add mod">
          <ac:chgData name="Theodor Kvalem" userId="02316350-201e-4359-8696-30c58e917acb" providerId="ADAL" clId="{6A0741FF-CDDD-4D41-B100-E78A3AC8444B}" dt="2025-09-29T10:12:09.027" v="857" actId="14100"/>
          <ac:picMkLst>
            <pc:docMk/>
            <pc:sldMk cId="3957557898" sldId="259"/>
            <ac:picMk id="7" creationId="{C5047336-FCF4-7D06-3942-36D1D4575AEF}"/>
          </ac:picMkLst>
        </pc:picChg>
      </pc:sldChg>
      <pc:sldChg chg="addSp modSp mod setBg modNotesTx">
        <pc:chgData name="Theodor Kvalem" userId="02316350-201e-4359-8696-30c58e917acb" providerId="ADAL" clId="{6A0741FF-CDDD-4D41-B100-E78A3AC8444B}" dt="2025-10-03T06:47:47.687" v="1058" actId="20577"/>
        <pc:sldMkLst>
          <pc:docMk/>
          <pc:sldMk cId="1435943194" sldId="260"/>
        </pc:sldMkLst>
        <pc:spChg chg="mod">
          <ac:chgData name="Theodor Kvalem" userId="02316350-201e-4359-8696-30c58e917acb" providerId="ADAL" clId="{6A0741FF-CDDD-4D41-B100-E78A3AC8444B}" dt="2025-09-29T08:30:26.799" v="380" actId="115"/>
          <ac:spMkLst>
            <pc:docMk/>
            <pc:sldMk cId="1435943194" sldId="260"/>
            <ac:spMk id="2" creationId="{D10E75ED-C6E4-5987-3CAF-3F9AE415177D}"/>
          </ac:spMkLst>
        </pc:spChg>
        <pc:spChg chg="mod">
          <ac:chgData name="Theodor Kvalem" userId="02316350-201e-4359-8696-30c58e917acb" providerId="ADAL" clId="{6A0741FF-CDDD-4D41-B100-E78A3AC8444B}" dt="2025-10-03T06:41:22.055" v="922" actId="21"/>
          <ac:spMkLst>
            <pc:docMk/>
            <pc:sldMk cId="1435943194" sldId="260"/>
            <ac:spMk id="3" creationId="{3699089E-AC7A-6815-7B54-1671C8C66E08}"/>
          </ac:spMkLst>
        </pc:spChg>
        <pc:picChg chg="add mod">
          <ac:chgData name="Theodor Kvalem" userId="02316350-201e-4359-8696-30c58e917acb" providerId="ADAL" clId="{6A0741FF-CDDD-4D41-B100-E78A3AC8444B}" dt="2025-09-29T09:01:57.536" v="672" actId="1076"/>
          <ac:picMkLst>
            <pc:docMk/>
            <pc:sldMk cId="1435943194" sldId="260"/>
            <ac:picMk id="5" creationId="{251446AA-B998-D929-3C0F-ED0CBBF05D1A}"/>
          </ac:picMkLst>
        </pc:picChg>
      </pc:sldChg>
      <pc:sldChg chg="addSp modSp mod setBg">
        <pc:chgData name="Theodor Kvalem" userId="02316350-201e-4359-8696-30c58e917acb" providerId="ADAL" clId="{6A0741FF-CDDD-4D41-B100-E78A3AC8444B}" dt="2025-09-29T09:02:06.951" v="674" actId="1076"/>
        <pc:sldMkLst>
          <pc:docMk/>
          <pc:sldMk cId="3315556295" sldId="261"/>
        </pc:sldMkLst>
        <pc:spChg chg="mod">
          <ac:chgData name="Theodor Kvalem" userId="02316350-201e-4359-8696-30c58e917acb" providerId="ADAL" clId="{6A0741FF-CDDD-4D41-B100-E78A3AC8444B}" dt="2025-09-29T08:32:07.887" v="395" actId="14100"/>
          <ac:spMkLst>
            <pc:docMk/>
            <pc:sldMk cId="3315556295" sldId="261"/>
            <ac:spMk id="2" creationId="{57AA07B7-9D90-013C-3B8C-0CC91A64989A}"/>
          </ac:spMkLst>
        </pc:spChg>
        <pc:spChg chg="mod">
          <ac:chgData name="Theodor Kvalem" userId="02316350-201e-4359-8696-30c58e917acb" providerId="ADAL" clId="{6A0741FF-CDDD-4D41-B100-E78A3AC8444B}" dt="2025-09-29T08:38:15.594" v="474" actId="20577"/>
          <ac:spMkLst>
            <pc:docMk/>
            <pc:sldMk cId="3315556295" sldId="261"/>
            <ac:spMk id="3" creationId="{13220CB9-8293-69B6-C313-114DACDDD974}"/>
          </ac:spMkLst>
        </pc:spChg>
        <pc:picChg chg="add mod">
          <ac:chgData name="Theodor Kvalem" userId="02316350-201e-4359-8696-30c58e917acb" providerId="ADAL" clId="{6A0741FF-CDDD-4D41-B100-E78A3AC8444B}" dt="2025-09-29T09:02:06.951" v="674" actId="1076"/>
          <ac:picMkLst>
            <pc:docMk/>
            <pc:sldMk cId="3315556295" sldId="261"/>
            <ac:picMk id="5" creationId="{2C3A1F3E-EB4B-5013-ADBB-11432906DE7F}"/>
          </ac:picMkLst>
        </pc:picChg>
      </pc:sldChg>
      <pc:sldChg chg="addSp modSp mod setBg">
        <pc:chgData name="Theodor Kvalem" userId="02316350-201e-4359-8696-30c58e917acb" providerId="ADAL" clId="{6A0741FF-CDDD-4D41-B100-E78A3AC8444B}" dt="2025-10-03T06:42:23.253" v="932" actId="115"/>
        <pc:sldMkLst>
          <pc:docMk/>
          <pc:sldMk cId="2499284554" sldId="262"/>
        </pc:sldMkLst>
        <pc:spChg chg="mod">
          <ac:chgData name="Theodor Kvalem" userId="02316350-201e-4359-8696-30c58e917acb" providerId="ADAL" clId="{6A0741FF-CDDD-4D41-B100-E78A3AC8444B}" dt="2025-09-29T08:35:45.356" v="455" actId="14100"/>
          <ac:spMkLst>
            <pc:docMk/>
            <pc:sldMk cId="2499284554" sldId="262"/>
            <ac:spMk id="2" creationId="{BEE96C59-A7D3-6428-CCB4-3C567A4FC4E4}"/>
          </ac:spMkLst>
        </pc:spChg>
        <pc:spChg chg="mod">
          <ac:chgData name="Theodor Kvalem" userId="02316350-201e-4359-8696-30c58e917acb" providerId="ADAL" clId="{6A0741FF-CDDD-4D41-B100-E78A3AC8444B}" dt="2025-10-03T06:42:23.253" v="932" actId="115"/>
          <ac:spMkLst>
            <pc:docMk/>
            <pc:sldMk cId="2499284554" sldId="262"/>
            <ac:spMk id="3" creationId="{16BE246D-7AF0-6B35-556E-9FF7AD78F1B6}"/>
          </ac:spMkLst>
        </pc:spChg>
        <pc:picChg chg="add mod">
          <ac:chgData name="Theodor Kvalem" userId="02316350-201e-4359-8696-30c58e917acb" providerId="ADAL" clId="{6A0741FF-CDDD-4D41-B100-E78A3AC8444B}" dt="2025-09-29T09:57:31.769" v="678" actId="1076"/>
          <ac:picMkLst>
            <pc:docMk/>
            <pc:sldMk cId="2499284554" sldId="262"/>
            <ac:picMk id="5" creationId="{FC565DCA-479A-447B-8E9C-9B9D2E5C98C2}"/>
          </ac:picMkLst>
        </pc:picChg>
      </pc:sldChg>
      <pc:sldChg chg="addSp modSp mod setBg">
        <pc:chgData name="Theodor Kvalem" userId="02316350-201e-4359-8696-30c58e917acb" providerId="ADAL" clId="{6A0741FF-CDDD-4D41-B100-E78A3AC8444B}" dt="2025-09-29T09:57:53.676" v="681" actId="1076"/>
        <pc:sldMkLst>
          <pc:docMk/>
          <pc:sldMk cId="718040542" sldId="263"/>
        </pc:sldMkLst>
        <pc:spChg chg="mod">
          <ac:chgData name="Theodor Kvalem" userId="02316350-201e-4359-8696-30c58e917acb" providerId="ADAL" clId="{6A0741FF-CDDD-4D41-B100-E78A3AC8444B}" dt="2025-09-29T08:22:56.362" v="277" actId="14100"/>
          <ac:spMkLst>
            <pc:docMk/>
            <pc:sldMk cId="718040542" sldId="263"/>
            <ac:spMk id="2" creationId="{3881DFEF-79C1-AA0A-06FF-2A519207D8A0}"/>
          </ac:spMkLst>
        </pc:spChg>
        <pc:spChg chg="mod">
          <ac:chgData name="Theodor Kvalem" userId="02316350-201e-4359-8696-30c58e917acb" providerId="ADAL" clId="{6A0741FF-CDDD-4D41-B100-E78A3AC8444B}" dt="2025-09-29T08:23:17.848" v="289" actId="20577"/>
          <ac:spMkLst>
            <pc:docMk/>
            <pc:sldMk cId="718040542" sldId="263"/>
            <ac:spMk id="3" creationId="{FA384AE2-5CDE-B272-6A23-FBA317C240E4}"/>
          </ac:spMkLst>
        </pc:spChg>
        <pc:picChg chg="add mod">
          <ac:chgData name="Theodor Kvalem" userId="02316350-201e-4359-8696-30c58e917acb" providerId="ADAL" clId="{6A0741FF-CDDD-4D41-B100-E78A3AC8444B}" dt="2025-09-29T09:57:53.676" v="681" actId="1076"/>
          <ac:picMkLst>
            <pc:docMk/>
            <pc:sldMk cId="718040542" sldId="263"/>
            <ac:picMk id="5" creationId="{27769A75-0AE3-9D79-7540-11CDA8D8A727}"/>
          </ac:picMkLst>
        </pc:picChg>
      </pc:sldChg>
      <pc:sldChg chg="addSp modSp mod setBg">
        <pc:chgData name="Theodor Kvalem" userId="02316350-201e-4359-8696-30c58e917acb" providerId="ADAL" clId="{6A0741FF-CDDD-4D41-B100-E78A3AC8444B}" dt="2025-10-03T06:43:26.855" v="952" actId="14100"/>
        <pc:sldMkLst>
          <pc:docMk/>
          <pc:sldMk cId="1276874736" sldId="264"/>
        </pc:sldMkLst>
        <pc:spChg chg="mod">
          <ac:chgData name="Theodor Kvalem" userId="02316350-201e-4359-8696-30c58e917acb" providerId="ADAL" clId="{6A0741FF-CDDD-4D41-B100-E78A3AC8444B}" dt="2025-09-29T08:22:38.280" v="275" actId="113"/>
          <ac:spMkLst>
            <pc:docMk/>
            <pc:sldMk cId="1276874736" sldId="264"/>
            <ac:spMk id="2" creationId="{E0DEEE77-CA6C-F9FD-F64E-29C5822499AB}"/>
          </ac:spMkLst>
        </pc:spChg>
        <pc:spChg chg="mod">
          <ac:chgData name="Theodor Kvalem" userId="02316350-201e-4359-8696-30c58e917acb" providerId="ADAL" clId="{6A0741FF-CDDD-4D41-B100-E78A3AC8444B}" dt="2025-10-03T06:43:26.855" v="952" actId="14100"/>
          <ac:spMkLst>
            <pc:docMk/>
            <pc:sldMk cId="1276874736" sldId="264"/>
            <ac:spMk id="3" creationId="{FDD06990-5F88-10F0-0799-4A25E8C23B13}"/>
          </ac:spMkLst>
        </pc:spChg>
        <pc:picChg chg="add mod">
          <ac:chgData name="Theodor Kvalem" userId="02316350-201e-4359-8696-30c58e917acb" providerId="ADAL" clId="{6A0741FF-CDDD-4D41-B100-E78A3AC8444B}" dt="2025-09-29T09:58:00.085" v="683" actId="1076"/>
          <ac:picMkLst>
            <pc:docMk/>
            <pc:sldMk cId="1276874736" sldId="264"/>
            <ac:picMk id="5" creationId="{C10480AB-0B6F-2E90-171A-5DBD07BF1603}"/>
          </ac:picMkLst>
        </pc:picChg>
      </pc:sldChg>
      <pc:sldChg chg="addSp modSp mod setBg modNotesTx">
        <pc:chgData name="Theodor Kvalem" userId="02316350-201e-4359-8696-30c58e917acb" providerId="ADAL" clId="{6A0741FF-CDDD-4D41-B100-E78A3AC8444B}" dt="2025-10-03T06:48:33.160" v="1065" actId="20577"/>
        <pc:sldMkLst>
          <pc:docMk/>
          <pc:sldMk cId="3152566211" sldId="265"/>
        </pc:sldMkLst>
        <pc:spChg chg="mod">
          <ac:chgData name="Theodor Kvalem" userId="02316350-201e-4359-8696-30c58e917acb" providerId="ADAL" clId="{6A0741FF-CDDD-4D41-B100-E78A3AC8444B}" dt="2025-09-29T08:18:44.615" v="246" actId="14100"/>
          <ac:spMkLst>
            <pc:docMk/>
            <pc:sldMk cId="3152566211" sldId="265"/>
            <ac:spMk id="2" creationId="{5E2D38DE-AC0C-E7DA-D8EE-85F26DAC2996}"/>
          </ac:spMkLst>
        </pc:spChg>
        <pc:spChg chg="mod">
          <ac:chgData name="Theodor Kvalem" userId="02316350-201e-4359-8696-30c58e917acb" providerId="ADAL" clId="{6A0741FF-CDDD-4D41-B100-E78A3AC8444B}" dt="2025-10-03T06:48:33.160" v="1065" actId="20577"/>
          <ac:spMkLst>
            <pc:docMk/>
            <pc:sldMk cId="3152566211" sldId="265"/>
            <ac:spMk id="3" creationId="{35E6D739-D490-0647-6AE3-97EE97EEEDFE}"/>
          </ac:spMkLst>
        </pc:spChg>
        <pc:picChg chg="add mod">
          <ac:chgData name="Theodor Kvalem" userId="02316350-201e-4359-8696-30c58e917acb" providerId="ADAL" clId="{6A0741FF-CDDD-4D41-B100-E78A3AC8444B}" dt="2025-09-29T09:58:09.206" v="685" actId="1076"/>
          <ac:picMkLst>
            <pc:docMk/>
            <pc:sldMk cId="3152566211" sldId="265"/>
            <ac:picMk id="5" creationId="{8E966704-3275-F473-7D0D-09E0F26B87A1}"/>
          </ac:picMkLst>
        </pc:picChg>
      </pc:sldChg>
      <pc:sldChg chg="addSp modSp mod setBg">
        <pc:chgData name="Theodor Kvalem" userId="02316350-201e-4359-8696-30c58e917acb" providerId="ADAL" clId="{6A0741FF-CDDD-4D41-B100-E78A3AC8444B}" dt="2025-10-03T06:48:46.466" v="1069" actId="27636"/>
        <pc:sldMkLst>
          <pc:docMk/>
          <pc:sldMk cId="676704609" sldId="266"/>
        </pc:sldMkLst>
        <pc:spChg chg="mod">
          <ac:chgData name="Theodor Kvalem" userId="02316350-201e-4359-8696-30c58e917acb" providerId="ADAL" clId="{6A0741FF-CDDD-4D41-B100-E78A3AC8444B}" dt="2025-09-29T08:16:10.122" v="217" actId="14100"/>
          <ac:spMkLst>
            <pc:docMk/>
            <pc:sldMk cId="676704609" sldId="266"/>
            <ac:spMk id="2" creationId="{0A84358B-B715-8958-4AA0-685DACF8C550}"/>
          </ac:spMkLst>
        </pc:spChg>
        <pc:spChg chg="mod">
          <ac:chgData name="Theodor Kvalem" userId="02316350-201e-4359-8696-30c58e917acb" providerId="ADAL" clId="{6A0741FF-CDDD-4D41-B100-E78A3AC8444B}" dt="2025-10-03T06:48:46.466" v="1069" actId="27636"/>
          <ac:spMkLst>
            <pc:docMk/>
            <pc:sldMk cId="676704609" sldId="266"/>
            <ac:spMk id="3" creationId="{063D7B5F-380A-C29B-8AC4-249C5BB1C6B4}"/>
          </ac:spMkLst>
        </pc:spChg>
        <pc:picChg chg="add mod">
          <ac:chgData name="Theodor Kvalem" userId="02316350-201e-4359-8696-30c58e917acb" providerId="ADAL" clId="{6A0741FF-CDDD-4D41-B100-E78A3AC8444B}" dt="2025-09-29T09:58:16.551" v="687" actId="1076"/>
          <ac:picMkLst>
            <pc:docMk/>
            <pc:sldMk cId="676704609" sldId="266"/>
            <ac:picMk id="5" creationId="{374051FC-1782-C94C-67CC-646FEB3846E9}"/>
          </ac:picMkLst>
        </pc:picChg>
      </pc:sldChg>
      <pc:sldChg chg="addSp modSp mod setBg">
        <pc:chgData name="Theodor Kvalem" userId="02316350-201e-4359-8696-30c58e917acb" providerId="ADAL" clId="{6A0741FF-CDDD-4D41-B100-E78A3AC8444B}" dt="2025-09-29T09:59:18.940" v="698" actId="1036"/>
        <pc:sldMkLst>
          <pc:docMk/>
          <pc:sldMk cId="2331885212" sldId="267"/>
        </pc:sldMkLst>
        <pc:spChg chg="mod">
          <ac:chgData name="Theodor Kvalem" userId="02316350-201e-4359-8696-30c58e917acb" providerId="ADAL" clId="{6A0741FF-CDDD-4D41-B100-E78A3AC8444B}" dt="2025-09-29T08:14:29.114" v="209" actId="14100"/>
          <ac:spMkLst>
            <pc:docMk/>
            <pc:sldMk cId="2331885212" sldId="267"/>
            <ac:spMk id="2" creationId="{91B2ADC5-503D-0E2E-936C-D2898BE8BC77}"/>
          </ac:spMkLst>
        </pc:spChg>
        <pc:spChg chg="mod">
          <ac:chgData name="Theodor Kvalem" userId="02316350-201e-4359-8696-30c58e917acb" providerId="ADAL" clId="{6A0741FF-CDDD-4D41-B100-E78A3AC8444B}" dt="2025-09-29T08:15:13.529" v="215" actId="115"/>
          <ac:spMkLst>
            <pc:docMk/>
            <pc:sldMk cId="2331885212" sldId="267"/>
            <ac:spMk id="3" creationId="{7B2BDFF6-D2F0-AD8B-D5E8-5B0168C601C3}"/>
          </ac:spMkLst>
        </pc:spChg>
        <pc:picChg chg="add mod">
          <ac:chgData name="Theodor Kvalem" userId="02316350-201e-4359-8696-30c58e917acb" providerId="ADAL" clId="{6A0741FF-CDDD-4D41-B100-E78A3AC8444B}" dt="2025-09-29T09:59:18.940" v="698" actId="1036"/>
          <ac:picMkLst>
            <pc:docMk/>
            <pc:sldMk cId="2331885212" sldId="267"/>
            <ac:picMk id="5" creationId="{D8320FB6-1060-7D90-061E-46724F0DBD05}"/>
          </ac:picMkLst>
        </pc:picChg>
      </pc:sldChg>
      <pc:sldChg chg="addSp modSp mod setBg">
        <pc:chgData name="Theodor Kvalem" userId="02316350-201e-4359-8696-30c58e917acb" providerId="ADAL" clId="{6A0741FF-CDDD-4D41-B100-E78A3AC8444B}" dt="2025-09-29T09:58:34.136" v="691" actId="1076"/>
        <pc:sldMkLst>
          <pc:docMk/>
          <pc:sldMk cId="968866075" sldId="268"/>
        </pc:sldMkLst>
        <pc:spChg chg="mod">
          <ac:chgData name="Theodor Kvalem" userId="02316350-201e-4359-8696-30c58e917acb" providerId="ADAL" clId="{6A0741FF-CDDD-4D41-B100-E78A3AC8444B}" dt="2025-09-29T08:05:43.550" v="128"/>
          <ac:spMkLst>
            <pc:docMk/>
            <pc:sldMk cId="968866075" sldId="268"/>
            <ac:spMk id="2" creationId="{E8A8374C-FAA0-9CDE-DF0D-EA52BFCEC98D}"/>
          </ac:spMkLst>
        </pc:spChg>
        <pc:spChg chg="mod">
          <ac:chgData name="Theodor Kvalem" userId="02316350-201e-4359-8696-30c58e917acb" providerId="ADAL" clId="{6A0741FF-CDDD-4D41-B100-E78A3AC8444B}" dt="2025-09-29T08:14:00.687" v="206" actId="20577"/>
          <ac:spMkLst>
            <pc:docMk/>
            <pc:sldMk cId="968866075" sldId="268"/>
            <ac:spMk id="3" creationId="{AC865AFE-B2A2-C7E9-5638-3B16ABCCDD5A}"/>
          </ac:spMkLst>
        </pc:spChg>
        <pc:picChg chg="add mod">
          <ac:chgData name="Theodor Kvalem" userId="02316350-201e-4359-8696-30c58e917acb" providerId="ADAL" clId="{6A0741FF-CDDD-4D41-B100-E78A3AC8444B}" dt="2025-09-29T09:58:34.136" v="691" actId="1076"/>
          <ac:picMkLst>
            <pc:docMk/>
            <pc:sldMk cId="968866075" sldId="268"/>
            <ac:picMk id="5" creationId="{26E0E42D-3C3E-9143-37FE-5DB2E0B00777}"/>
          </ac:picMkLst>
        </pc:picChg>
      </pc:sldChg>
      <pc:sldChg chg="addSp modSp mod setBg modNotesTx">
        <pc:chgData name="Theodor Kvalem" userId="02316350-201e-4359-8696-30c58e917acb" providerId="ADAL" clId="{6A0741FF-CDDD-4D41-B100-E78A3AC8444B}" dt="2025-10-03T06:45:18.115" v="1021" actId="20577"/>
        <pc:sldMkLst>
          <pc:docMk/>
          <pc:sldMk cId="442360174" sldId="269"/>
        </pc:sldMkLst>
        <pc:spChg chg="mod">
          <ac:chgData name="Theodor Kvalem" userId="02316350-201e-4359-8696-30c58e917acb" providerId="ADAL" clId="{6A0741FF-CDDD-4D41-B100-E78A3AC8444B}" dt="2025-09-29T08:12:35.832" v="193" actId="1076"/>
          <ac:spMkLst>
            <pc:docMk/>
            <pc:sldMk cId="442360174" sldId="269"/>
            <ac:spMk id="2" creationId="{8ADCD0C9-5DC3-89AF-80D5-29F686F72529}"/>
          </ac:spMkLst>
        </pc:spChg>
        <pc:spChg chg="mod">
          <ac:chgData name="Theodor Kvalem" userId="02316350-201e-4359-8696-30c58e917acb" providerId="ADAL" clId="{6A0741FF-CDDD-4D41-B100-E78A3AC8444B}" dt="2025-10-03T06:38:48.196" v="894" actId="113"/>
          <ac:spMkLst>
            <pc:docMk/>
            <pc:sldMk cId="442360174" sldId="269"/>
            <ac:spMk id="3" creationId="{2F0457F8-6FD6-51EE-4D23-D10C0028FC62}"/>
          </ac:spMkLst>
        </pc:spChg>
        <pc:spChg chg="add mod">
          <ac:chgData name="Theodor Kvalem" userId="02316350-201e-4359-8696-30c58e917acb" providerId="ADAL" clId="{6A0741FF-CDDD-4D41-B100-E78A3AC8444B}" dt="2025-09-29T10:10:01.224" v="851" actId="207"/>
          <ac:spMkLst>
            <pc:docMk/>
            <pc:sldMk cId="442360174" sldId="269"/>
            <ac:spMk id="5" creationId="{0EF62295-E898-F3E9-AD3F-3F9BA2115BB3}"/>
          </ac:spMkLst>
        </pc:spChg>
        <pc:picChg chg="add mod">
          <ac:chgData name="Theodor Kvalem" userId="02316350-201e-4359-8696-30c58e917acb" providerId="ADAL" clId="{6A0741FF-CDDD-4D41-B100-E78A3AC8444B}" dt="2025-09-29T09:59:34.278" v="699" actId="14100"/>
          <ac:picMkLst>
            <pc:docMk/>
            <pc:sldMk cId="442360174" sldId="269"/>
            <ac:picMk id="4" creationId="{F0E0F487-B24B-7045-1532-226EA48B51D8}"/>
          </ac:picMkLst>
        </pc:picChg>
      </pc:sldChg>
      <pc:sldChg chg="modSp new mod setBg">
        <pc:chgData name="Theodor Kvalem" userId="02316350-201e-4359-8696-30c58e917acb" providerId="ADAL" clId="{6A0741FF-CDDD-4D41-B100-E78A3AC8444B}" dt="2025-10-03T07:27:00.106" v="1321" actId="115"/>
        <pc:sldMkLst>
          <pc:docMk/>
          <pc:sldMk cId="122641654" sldId="270"/>
        </pc:sldMkLst>
        <pc:spChg chg="mod">
          <ac:chgData name="Theodor Kvalem" userId="02316350-201e-4359-8696-30c58e917acb" providerId="ADAL" clId="{6A0741FF-CDDD-4D41-B100-E78A3AC8444B}" dt="2025-10-03T06:52:02.020" v="1100" actId="1076"/>
          <ac:spMkLst>
            <pc:docMk/>
            <pc:sldMk cId="122641654" sldId="270"/>
            <ac:spMk id="2" creationId="{9FB82D8D-99E3-515A-366C-F1C0E0914B87}"/>
          </ac:spMkLst>
        </pc:spChg>
        <pc:spChg chg="mod">
          <ac:chgData name="Theodor Kvalem" userId="02316350-201e-4359-8696-30c58e917acb" providerId="ADAL" clId="{6A0741FF-CDDD-4D41-B100-E78A3AC8444B}" dt="2025-10-03T07:27:00.106" v="1321" actId="115"/>
          <ac:spMkLst>
            <pc:docMk/>
            <pc:sldMk cId="122641654" sldId="270"/>
            <ac:spMk id="3" creationId="{48ECAC5F-6404-103E-FE24-175FC2EC3718}"/>
          </ac:spMkLst>
        </pc:spChg>
      </pc:sldChg>
      <pc:sldChg chg="delSp modSp new del mod">
        <pc:chgData name="Theodor Kvalem" userId="02316350-201e-4359-8696-30c58e917acb" providerId="ADAL" clId="{6A0741FF-CDDD-4D41-B100-E78A3AC8444B}" dt="2025-10-03T06:51:25.590" v="1088" actId="2696"/>
        <pc:sldMkLst>
          <pc:docMk/>
          <pc:sldMk cId="3824367457" sldId="270"/>
        </pc:sldMkLst>
        <pc:spChg chg="mod">
          <ac:chgData name="Theodor Kvalem" userId="02316350-201e-4359-8696-30c58e917acb" providerId="ADAL" clId="{6A0741FF-CDDD-4D41-B100-E78A3AC8444B}" dt="2025-10-03T06:51:17.521" v="1087" actId="1076"/>
          <ac:spMkLst>
            <pc:docMk/>
            <pc:sldMk cId="3824367457" sldId="270"/>
            <ac:spMk id="2" creationId="{292C7472-6E7A-426A-46CC-47AD9E9B3DE7}"/>
          </ac:spMkLst>
        </pc:spChg>
        <pc:spChg chg="del">
          <ac:chgData name="Theodor Kvalem" userId="02316350-201e-4359-8696-30c58e917acb" providerId="ADAL" clId="{6A0741FF-CDDD-4D41-B100-E78A3AC8444B}" dt="2025-10-03T06:50:43.323" v="1071" actId="21"/>
          <ac:spMkLst>
            <pc:docMk/>
            <pc:sldMk cId="3824367457" sldId="270"/>
            <ac:spMk id="3" creationId="{6F382FD0-D6CA-81FA-E19C-9293B7B77B8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285933-ABE8-4064-B087-D7A2F44319B3}" type="datetimeFigureOut">
              <a:rPr lang="nb-NO" smtClean="0"/>
              <a:t>03.10.2025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0C8C41-F276-4E08-B969-03D7D7697B1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09711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Riktige svar</a:t>
            </a:r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   1)  =  </a:t>
            </a:r>
            <a:r>
              <a:rPr lang="nb-N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Feil</a:t>
            </a:r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2)  =  </a:t>
            </a:r>
            <a:r>
              <a:rPr lang="nb-N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</a:t>
            </a:r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og </a:t>
            </a:r>
            <a:r>
              <a:rPr lang="nb-N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</a:t>
            </a:r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C8C41-F276-4E08-B969-03D7D7697B14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28810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600" b="1" u="none" dirty="0">
                <a:solidFill>
                  <a:schemeClr val="tx1">
                    <a:lumMod val="95000"/>
                    <a:lumOff val="5000"/>
                  </a:schemeClr>
                </a:solidFill>
              </a:rPr>
              <a:t>Eksempel:    Kunden venter på svar i 30 min og blir sint ?   =  ( Interesse / Relasjons )- Konflikt</a:t>
            </a:r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C8C41-F276-4E08-B969-03D7D7697B14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98581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b="1" dirty="0">
                <a:solidFill>
                  <a:schemeClr val="bg1">
                    <a:lumMod val="95000"/>
                  </a:schemeClr>
                </a:solidFill>
              </a:rPr>
              <a:t>Riktig svar: </a:t>
            </a:r>
            <a:r>
              <a:rPr lang="nb-NO" b="1" u="none" dirty="0">
                <a:solidFill>
                  <a:schemeClr val="bg1">
                    <a:lumMod val="95000"/>
                  </a:schemeClr>
                </a:solidFill>
              </a:rPr>
              <a:t>  B</a:t>
            </a:r>
            <a:endParaRPr lang="nb-NO" b="1" u="sng" dirty="0">
              <a:solidFill>
                <a:schemeClr val="bg1">
                  <a:lumMod val="95000"/>
                </a:schemeClr>
              </a:solidFill>
            </a:endParaRPr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C8C41-F276-4E08-B969-03D7D7697B14}" type="slidenum">
              <a:rPr lang="nb-NO" smtClean="0"/>
              <a:t>10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3838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C8C41-F276-4E08-B969-03D7D7697B14}" type="slidenum">
              <a:rPr lang="nb-NO" smtClean="0"/>
              <a:t>14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30147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Takk for meg!</a:t>
            </a:r>
            <a:br>
              <a:rPr lang="nb-NO" dirty="0"/>
            </a:br>
            <a:br>
              <a:rPr lang="nb-NO" dirty="0"/>
            </a:br>
            <a:r>
              <a:rPr lang="nb-NO" dirty="0"/>
              <a:t>Noen spørsmål??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C8C41-F276-4E08-B969-03D7D7697B14}" type="slidenum">
              <a:rPr lang="nb-NO" smtClean="0"/>
              <a:t>15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45839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B5516-43AD-4216-B767-B3F445CF8EC5}" type="datetimeFigureOut">
              <a:rPr lang="nb-NO" smtClean="0"/>
              <a:t>03.10.2025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8996-4D21-4199-8455-37B001A8653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93578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B5516-43AD-4216-B767-B3F445CF8EC5}" type="datetimeFigureOut">
              <a:rPr lang="nb-NO" smtClean="0"/>
              <a:t>03.10.2025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8996-4D21-4199-8455-37B001A8653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037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B5516-43AD-4216-B767-B3F445CF8EC5}" type="datetimeFigureOut">
              <a:rPr lang="nb-NO" smtClean="0"/>
              <a:t>03.10.2025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8996-4D21-4199-8455-37B001A8653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43980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B5516-43AD-4216-B767-B3F445CF8EC5}" type="datetimeFigureOut">
              <a:rPr lang="nb-NO" smtClean="0"/>
              <a:t>03.10.2025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8996-4D21-4199-8455-37B001A8653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01781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B5516-43AD-4216-B767-B3F445CF8EC5}" type="datetimeFigureOut">
              <a:rPr lang="nb-NO" smtClean="0"/>
              <a:t>03.10.2025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8996-4D21-4199-8455-37B001A8653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67607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B5516-43AD-4216-B767-B3F445CF8EC5}" type="datetimeFigureOut">
              <a:rPr lang="nb-NO" smtClean="0"/>
              <a:t>03.10.2025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8996-4D21-4199-8455-37B001A8653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700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B5516-43AD-4216-B767-B3F445CF8EC5}" type="datetimeFigureOut">
              <a:rPr lang="nb-NO" smtClean="0"/>
              <a:t>03.10.2025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8996-4D21-4199-8455-37B001A8653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2076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B5516-43AD-4216-B767-B3F445CF8EC5}" type="datetimeFigureOut">
              <a:rPr lang="nb-NO" smtClean="0"/>
              <a:t>03.10.2025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8996-4D21-4199-8455-37B001A8653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39328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B5516-43AD-4216-B767-B3F445CF8EC5}" type="datetimeFigureOut">
              <a:rPr lang="nb-NO" smtClean="0"/>
              <a:t>03.10.2025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8996-4D21-4199-8455-37B001A8653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10293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B5516-43AD-4216-B767-B3F445CF8EC5}" type="datetimeFigureOut">
              <a:rPr lang="nb-NO" smtClean="0"/>
              <a:t>03.10.2025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8996-4D21-4199-8455-37B001A8653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9528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tat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B5516-43AD-4216-B767-B3F445CF8EC5}" type="datetimeFigureOut">
              <a:rPr lang="nb-NO" smtClean="0"/>
              <a:t>03.10.2025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8996-4D21-4199-8455-37B001A8653A}" type="slidenum">
              <a:rPr lang="nb-NO" smtClean="0"/>
              <a:t>‹#›</a:t>
            </a:fld>
            <a:endParaRPr lang="nb-NO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4977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B5516-43AD-4216-B767-B3F445CF8EC5}" type="datetimeFigureOut">
              <a:rPr lang="nb-NO" smtClean="0"/>
              <a:t>03.10.2025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8996-4D21-4199-8455-37B001A8653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013843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 med s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B5516-43AD-4216-B767-B3F445CF8EC5}" type="datetimeFigureOut">
              <a:rPr lang="nb-NO" smtClean="0"/>
              <a:t>03.10.2025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8996-4D21-4199-8455-37B001A8653A}" type="slidenum">
              <a:rPr lang="nb-NO" smtClean="0"/>
              <a:t>‹#›</a:t>
            </a:fld>
            <a:endParaRPr lang="nb-NO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1749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n eller Usa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B5516-43AD-4216-B767-B3F445CF8EC5}" type="datetimeFigureOut">
              <a:rPr lang="nb-NO" smtClean="0"/>
              <a:t>03.10.2025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8996-4D21-4199-8455-37B001A8653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70707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B5516-43AD-4216-B767-B3F445CF8EC5}" type="datetimeFigureOut">
              <a:rPr lang="nb-NO" smtClean="0"/>
              <a:t>03.10.2025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8996-4D21-4199-8455-37B001A8653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84537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B5516-43AD-4216-B767-B3F445CF8EC5}" type="datetimeFigureOut">
              <a:rPr lang="nb-NO" smtClean="0"/>
              <a:t>03.10.2025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38996-4D21-4199-8455-37B001A8653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50641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B5516-43AD-4216-B767-B3F445CF8EC5}" type="datetimeFigureOut">
              <a:rPr lang="nb-NO" smtClean="0"/>
              <a:t>03.10.2025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4738996-4D21-4199-8455-37B001A8653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52913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krokeidevgs.itslearning.com/LearningToolElement/ViewLearningToolElement.aspx?LearningToolElementId=19095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krokeidevgs.itslearning.com/LearningToolElement/ViewLearningToolElement.aspx?LearningToolElementId=190936" TargetMode="External"/><Relationship Id="rId4" Type="http://schemas.openxmlformats.org/officeDocument/2006/relationships/hyperlink" Target="https://krokeidevgs.itslearning.com/LearningToolElement/ViewLearningToolElement.aspx?LearningToolElementId=190951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4F435C0-7C6E-6853-141D-A50EB0AFD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336" y="3054927"/>
            <a:ext cx="4877329" cy="1459518"/>
          </a:xfrm>
        </p:spPr>
        <p:txBody>
          <a:bodyPr>
            <a:normAutofit/>
          </a:bodyPr>
          <a:lstStyle/>
          <a:p>
            <a:pPr algn="l"/>
            <a:r>
              <a:rPr lang="nb-NO" sz="4000" b="1" dirty="0"/>
              <a:t>Kurs i konflikthåndtering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EC8928A9-7626-79BC-18C2-4A5B57F0B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4336" y="4514445"/>
            <a:ext cx="4299666" cy="1331877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nb-NO" sz="1500" dirty="0">
                <a:solidFill>
                  <a:schemeClr val="bg1">
                    <a:lumMod val="95000"/>
                  </a:schemeClr>
                </a:solidFill>
              </a:rPr>
              <a:t>For </a:t>
            </a:r>
            <a:r>
              <a:rPr lang="nb-NO" sz="1500" b="1" dirty="0">
                <a:solidFill>
                  <a:schemeClr val="bg1">
                    <a:lumMod val="95000"/>
                  </a:schemeClr>
                </a:solidFill>
              </a:rPr>
              <a:t>nye ansatte</a:t>
            </a:r>
            <a:r>
              <a:rPr lang="nb-NO" sz="1500" dirty="0">
                <a:solidFill>
                  <a:schemeClr val="bg1">
                    <a:lumMod val="95000"/>
                  </a:schemeClr>
                </a:solidFill>
              </a:rPr>
              <a:t> i </a:t>
            </a:r>
            <a:r>
              <a:rPr lang="nb-NO" sz="20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HelpDesk AS</a:t>
            </a:r>
            <a:br>
              <a:rPr lang="nb-NO" sz="15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</a:rPr>
            </a:br>
            <a:br>
              <a:rPr lang="nb-NO" sz="15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</a:rPr>
            </a:br>
            <a:endParaRPr lang="nb-NO" sz="15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C0C0C0"/>
              </a:highlight>
            </a:endParaRP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nb-NO" sz="1500" dirty="0">
                <a:solidFill>
                  <a:schemeClr val="bg1">
                    <a:lumMod val="95000"/>
                  </a:schemeClr>
                </a:solidFill>
              </a:rPr>
              <a:t>Hvordan møte frustrerte brukere med </a:t>
            </a:r>
            <a:r>
              <a:rPr lang="nb-NO" sz="1500" b="1" dirty="0">
                <a:solidFill>
                  <a:schemeClr val="bg1">
                    <a:lumMod val="95000"/>
                  </a:schemeClr>
                </a:solidFill>
              </a:rPr>
              <a:t>ro, respekt og gode løsninger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pic>
        <p:nvPicPr>
          <p:cNvPr id="7" name="Graphic 14" descr="Teacher">
            <a:extLst>
              <a:ext uri="{FF2B5EF4-FFF2-40B4-BE49-F238E27FC236}">
                <a16:creationId xmlns:a16="http://schemas.microsoft.com/office/drawing/2014/main" id="{280E2A49-62F3-2EAF-E6B4-A24482051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5771" y="1546154"/>
            <a:ext cx="3765692" cy="3765692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E608A04F-6133-5B96-8E63-EB7D6B6F6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6542" y="-115640"/>
            <a:ext cx="1899374" cy="1893804"/>
          </a:xfrm>
          <a:prstGeom prst="rect">
            <a:avLst/>
          </a:prstGeom>
          <a:effectLst>
            <a:softEdge rad="190500"/>
          </a:effectLst>
        </p:spPr>
      </p:pic>
      <p:sp>
        <p:nvSpPr>
          <p:cNvPr id="16" name="TekstSylinder 15">
            <a:extLst>
              <a:ext uri="{FF2B5EF4-FFF2-40B4-BE49-F238E27FC236}">
                <a16:creationId xmlns:a16="http://schemas.microsoft.com/office/drawing/2014/main" id="{77A5B347-3F85-BF7F-82B6-264022D488F6}"/>
              </a:ext>
            </a:extLst>
          </p:cNvPr>
          <p:cNvSpPr txBox="1"/>
          <p:nvPr/>
        </p:nvSpPr>
        <p:spPr>
          <a:xfrm>
            <a:off x="1986787" y="2584167"/>
            <a:ext cx="2139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000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highlight>
                  <a:srgbClr val="000000"/>
                </a:highlight>
              </a:rPr>
              <a:t>@Loki.of.Norway</a:t>
            </a:r>
          </a:p>
        </p:txBody>
      </p:sp>
    </p:spTree>
    <p:extLst>
      <p:ext uri="{BB962C8B-B14F-4D97-AF65-F5344CB8AC3E}">
        <p14:creationId xmlns:p14="http://schemas.microsoft.com/office/powerpoint/2010/main" val="1716105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CB55CF4-6CF4-1E4A-D6C4-1183425F9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3661201" cy="1112196"/>
          </a:xfrm>
        </p:spPr>
        <p:txBody>
          <a:bodyPr/>
          <a:lstStyle/>
          <a:p>
            <a:r>
              <a:rPr lang="nb-NO" b="1" dirty="0"/>
              <a:t>Introduksjon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7A86A83-2E7B-B42A-824D-056951395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1721796"/>
            <a:ext cx="7746818" cy="4319567"/>
          </a:xfrm>
        </p:spPr>
        <p:txBody>
          <a:bodyPr>
            <a:normAutofit/>
          </a:bodyPr>
          <a:lstStyle/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-Bakgrunn:</a:t>
            </a: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Flere kunder misfornøyde med servicenivået</a:t>
            </a: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Nye ansatte synes det er krevende å håndtere sinte/frustrerte kunder</a:t>
            </a:r>
          </a:p>
          <a:p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-Mål for kurset:</a:t>
            </a: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Forstå hva konflikter er og hvorfor de oppstår</a:t>
            </a: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Identifisere type konflikt</a:t>
            </a: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Lære metoder for håndtering</a:t>
            </a: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Trene på kommunikasjon og service</a:t>
            </a:r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5E201D22-FAD1-337F-01BD-A7343E098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073" y="5858169"/>
            <a:ext cx="1005927" cy="99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11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8D5BA45-A445-E187-E835-68E26133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219200"/>
          </a:xfrm>
        </p:spPr>
        <p:txBody>
          <a:bodyPr/>
          <a:lstStyle/>
          <a:p>
            <a:r>
              <a:rPr lang="nb-NO" dirty="0"/>
              <a:t>Hva er en konflikt?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BD021B00-3B1E-90C3-9289-E08D3467A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1828801"/>
            <a:ext cx="8596668" cy="4212562"/>
          </a:xfrm>
        </p:spPr>
        <p:txBody>
          <a:bodyPr>
            <a:normAutofit/>
          </a:bodyPr>
          <a:lstStyle/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En </a:t>
            </a:r>
            <a:r>
              <a:rPr lang="nb-NO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uenighet eller motsetning</a:t>
            </a:r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mellom parter som oppleves som </a:t>
            </a:r>
            <a:r>
              <a:rPr lang="nb-NO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vanskelig å løse.</a:t>
            </a:r>
            <a:b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nb-NO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I HelpDesk oppstår konflikter ofte når</a:t>
            </a:r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- Kunden har andre forventninger enn vi kan levere</a:t>
            </a: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- Stressede brukere trenger systemet umiddelbart</a:t>
            </a: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- Følelser (frustrasjon, sinne, frykt) blander seg inn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80B612FD-1059-79F3-947E-39C577B6B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073" y="5858169"/>
            <a:ext cx="1005927" cy="99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461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6F30F37-DD60-C1D9-AE7A-45AEDB313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190017"/>
          </a:xfrm>
        </p:spPr>
        <p:txBody>
          <a:bodyPr/>
          <a:lstStyle/>
          <a:p>
            <a:r>
              <a:rPr lang="nb-NO" b="1" u="sng" dirty="0"/>
              <a:t>Quiz 1</a:t>
            </a:r>
            <a:r>
              <a:rPr lang="nb-NO" dirty="0"/>
              <a:t> – Hva er en </a:t>
            </a:r>
            <a:r>
              <a:rPr lang="nb-NO" b="1" dirty="0"/>
              <a:t>konflikt?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61685044-C038-BC05-2F0E-0DF7964E0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1799617"/>
            <a:ext cx="8596668" cy="4241745"/>
          </a:xfrm>
        </p:spPr>
        <p:txBody>
          <a:bodyPr>
            <a:normAutofit/>
          </a:bodyPr>
          <a:lstStyle/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En </a:t>
            </a:r>
            <a:r>
              <a:rPr lang="nb-N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konflikt</a:t>
            </a:r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er alltid </a:t>
            </a:r>
            <a:r>
              <a:rPr lang="nb-N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krangel og sinne?</a:t>
            </a:r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(Riktig eller Feil)</a:t>
            </a:r>
            <a:b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Konflikter i HelpDesk kan oppstå på grunn av:</a:t>
            </a: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a) </a:t>
            </a:r>
            <a:r>
              <a:rPr lang="nb-N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Misforståelser</a:t>
            </a: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b) </a:t>
            </a:r>
            <a:r>
              <a:rPr lang="nb-N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Kundens dårlige humør</a:t>
            </a: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c) </a:t>
            </a:r>
            <a:r>
              <a:rPr lang="nb-N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Systemfeil og tidsfrister</a:t>
            </a:r>
            <a:b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0CAF1E37-3347-A2FB-3C96-B60DD93F3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6073" y="5858169"/>
            <a:ext cx="1005927" cy="999831"/>
          </a:xfrm>
          <a:prstGeom prst="rect">
            <a:avLst/>
          </a:prstGeom>
        </p:spPr>
      </p:pic>
      <p:pic>
        <p:nvPicPr>
          <p:cNvPr id="7" name="Bilde 6" descr="Et bilde som inneholder statue, kunst, skulptur&#10;&#10;KI-generert innhold kan være feil.">
            <a:extLst>
              <a:ext uri="{FF2B5EF4-FFF2-40B4-BE49-F238E27FC236}">
                <a16:creationId xmlns:a16="http://schemas.microsoft.com/office/drawing/2014/main" id="{C5047336-FCF4-7D06-3942-36D1D4575A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997" y="2244532"/>
            <a:ext cx="6343374" cy="424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57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10E75ED-C6E4-5987-3CAF-3F9AE4151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112196"/>
          </a:xfrm>
        </p:spPr>
        <p:txBody>
          <a:bodyPr/>
          <a:lstStyle/>
          <a:p>
            <a:r>
              <a:rPr lang="nb-NO" dirty="0"/>
              <a:t>Hvorfor oppstår </a:t>
            </a:r>
            <a:r>
              <a:rPr lang="nb-NO" u="sng" dirty="0"/>
              <a:t>konflikter?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3699089E-AC7A-6815-7B54-1671C8C66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1721796"/>
            <a:ext cx="8596668" cy="4319566"/>
          </a:xfrm>
        </p:spPr>
        <p:txBody>
          <a:bodyPr>
            <a:normAutofit/>
          </a:bodyPr>
          <a:lstStyle/>
          <a:p>
            <a:r>
              <a:rPr lang="nb-NO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Vanlige årsaker</a:t>
            </a:r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b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Misforståelser (språk, tekniske begreper)</a:t>
            </a: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Tids- og resultatpress (kunden trenger rask løsning)</a:t>
            </a: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Uoppfylte forventninger</a:t>
            </a: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Mangel på informasjon</a:t>
            </a:r>
            <a:b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251446AA-B998-D929-3C0F-ED0CBBF05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6073" y="5858169"/>
            <a:ext cx="1005927" cy="99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943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7AA07B7-9D90-013C-3B8C-0CC91A649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945823"/>
          </a:xfrm>
        </p:spPr>
        <p:txBody>
          <a:bodyPr/>
          <a:lstStyle/>
          <a:p>
            <a:r>
              <a:rPr lang="nb-NO" dirty="0"/>
              <a:t>Typer konflikter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3220CB9-8293-69B6-C313-114DACDDD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1555423"/>
            <a:ext cx="8596668" cy="4485939"/>
          </a:xfrm>
        </p:spPr>
        <p:txBody>
          <a:bodyPr/>
          <a:lstStyle/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Sakskonflikt – uenighet om fakta eller løsninger</a:t>
            </a:r>
            <a:b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Relasjonskonflikt – følelser, irritasjon, dårlig tone</a:t>
            </a:r>
            <a:b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Interessekonflikt – ulike behov (kunden vil ha rask løsning, du må følge rutiner)</a:t>
            </a:r>
            <a:b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Verdikonflikt – ulike syn på rettferdighet, service og regler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2C3A1F3E-EB4B-5013-ADBB-11432906D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073" y="5858169"/>
            <a:ext cx="1005927" cy="99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56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EE96C59-A7D3-6428-CCB4-3C567A4FC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247480"/>
          </a:xfrm>
        </p:spPr>
        <p:txBody>
          <a:bodyPr/>
          <a:lstStyle/>
          <a:p>
            <a:r>
              <a:rPr lang="nb-NO" dirty="0"/>
              <a:t>Quiz 2 – Gjenkjenne konflikttype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6BE246D-7AF0-6B35-556E-9FF7AD78F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1857081"/>
            <a:ext cx="8596668" cy="4184282"/>
          </a:xfrm>
        </p:spPr>
        <p:txBody>
          <a:bodyPr>
            <a:normAutofit/>
          </a:bodyPr>
          <a:lstStyle/>
          <a:p>
            <a:r>
              <a:rPr lang="nb-NO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Scenario</a:t>
            </a:r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Kunde sier</a:t>
            </a:r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'Jeg gidder ikke å høre på alle disse tekniske forklaringene, du snakker for vanskelig!'</a:t>
            </a:r>
          </a:p>
          <a:p>
            <a:endParaRPr lang="nb-NO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Hva slags konflikt er dette?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a) </a:t>
            </a:r>
            <a:r>
              <a:rPr lang="nb-N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Sakskonflikt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b) </a:t>
            </a:r>
            <a:r>
              <a:rPr lang="nb-N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Relasjonskonflikt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c) </a:t>
            </a:r>
            <a:r>
              <a:rPr lang="nb-N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Verdikonflikt</a:t>
            </a:r>
          </a:p>
          <a:p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nb-NO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Riktig svar: b – Relasjonskonflikt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FC565DCA-479A-447B-8E9C-9B9D2E5C9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073" y="5858169"/>
            <a:ext cx="1005927" cy="99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284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881DFEF-79C1-AA0A-06FF-2A519207D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404026"/>
          </a:xfrm>
        </p:spPr>
        <p:txBody>
          <a:bodyPr/>
          <a:lstStyle/>
          <a:p>
            <a:r>
              <a:rPr lang="nb-NO" dirty="0"/>
              <a:t>Strategier for konflikthåndtering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FA384AE2-5CDE-B272-6A23-FBA317C24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2013626"/>
            <a:ext cx="8596668" cy="4027736"/>
          </a:xfrm>
        </p:spPr>
        <p:txBody>
          <a:bodyPr>
            <a:normAutofit/>
          </a:bodyPr>
          <a:lstStyle/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• Lytte aktivt – vis forståelse.</a:t>
            </a:r>
            <a:br>
              <a:rPr lang="nb-NO" dirty="0">
                <a:solidFill>
                  <a:schemeClr val="bg1">
                    <a:lumMod val="95000"/>
                  </a:schemeClr>
                </a:solidFill>
              </a:rPr>
            </a:br>
            <a:endParaRPr lang="nb-NO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• Hold roen – ikke ta kundens følelser personlig.</a:t>
            </a:r>
            <a:br>
              <a:rPr lang="nb-NO" dirty="0">
                <a:solidFill>
                  <a:schemeClr val="bg1">
                    <a:lumMod val="95000"/>
                  </a:schemeClr>
                </a:solidFill>
              </a:rPr>
            </a:br>
            <a:endParaRPr lang="nb-NO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• Bekreft problemet – 'Jeg skjønner at dette er frustrerende for deg’.</a:t>
            </a:r>
            <a:br>
              <a:rPr lang="nb-NO" dirty="0">
                <a:solidFill>
                  <a:schemeClr val="bg1">
                    <a:lumMod val="95000"/>
                  </a:schemeClr>
                </a:solidFill>
              </a:rPr>
            </a:br>
            <a:endParaRPr lang="nb-NO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• Forklar løsningen tydelig – unngå IT-sjargong.</a:t>
            </a:r>
            <a:br>
              <a:rPr lang="nb-NO" dirty="0">
                <a:solidFill>
                  <a:schemeClr val="bg1">
                    <a:lumMod val="95000"/>
                  </a:schemeClr>
                </a:solidFill>
              </a:rPr>
            </a:br>
            <a:endParaRPr lang="nb-NO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• Sett grenser respektfullt – ved truende oppførsel.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27769A75-0AE3-9D79-7540-11CDA8D8A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073" y="5858169"/>
            <a:ext cx="1005927" cy="99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040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0DEEE77-CA6C-F9FD-F64E-29C582249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997413"/>
          </a:xfrm>
        </p:spPr>
        <p:txBody>
          <a:bodyPr/>
          <a:lstStyle/>
          <a:p>
            <a:r>
              <a:rPr lang="nb-NO" b="1" dirty="0"/>
              <a:t>Konkrete metoder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FDD06990-5F88-10F0-0799-4A25E8C23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2149813"/>
            <a:ext cx="8596668" cy="4409607"/>
          </a:xfrm>
        </p:spPr>
        <p:txBody>
          <a:bodyPr/>
          <a:lstStyle/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• </a:t>
            </a:r>
            <a:r>
              <a:rPr lang="nb-NO" b="1" dirty="0">
                <a:solidFill>
                  <a:schemeClr val="bg1">
                    <a:lumMod val="95000"/>
                  </a:schemeClr>
                </a:solidFill>
              </a:rPr>
              <a:t>'Ro ned'-teknikken  </a:t>
            </a:r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– senk stemmen, bruk rolig språk.</a:t>
            </a:r>
            <a:br>
              <a:rPr lang="nb-NO" dirty="0">
                <a:solidFill>
                  <a:schemeClr val="bg1">
                    <a:lumMod val="95000"/>
                  </a:schemeClr>
                </a:solidFill>
              </a:rPr>
            </a:br>
            <a:endParaRPr lang="nb-NO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•</a:t>
            </a:r>
            <a:r>
              <a:rPr lang="nb-NO" b="1" dirty="0">
                <a:solidFill>
                  <a:schemeClr val="bg1">
                    <a:lumMod val="95000"/>
                  </a:schemeClr>
                </a:solidFill>
              </a:rPr>
              <a:t> Speiling  </a:t>
            </a:r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– gjenta nøkkelord fra kundens bekymring.</a:t>
            </a:r>
            <a:br>
              <a:rPr lang="nb-NO" dirty="0">
                <a:solidFill>
                  <a:schemeClr val="bg1">
                    <a:lumMod val="95000"/>
                  </a:schemeClr>
                </a:solidFill>
              </a:rPr>
            </a:br>
            <a:endParaRPr lang="nb-NO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•</a:t>
            </a:r>
            <a:r>
              <a:rPr lang="nb-NO" b="1" dirty="0">
                <a:solidFill>
                  <a:schemeClr val="bg1">
                    <a:lumMod val="95000"/>
                  </a:schemeClr>
                </a:solidFill>
              </a:rPr>
              <a:t> Løsningsfokus  </a:t>
            </a:r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– flytt fokus fra problemet til neste steg.</a:t>
            </a:r>
            <a:br>
              <a:rPr lang="nb-NO" dirty="0">
                <a:solidFill>
                  <a:schemeClr val="bg1">
                    <a:lumMod val="95000"/>
                  </a:schemeClr>
                </a:solidFill>
              </a:rPr>
            </a:br>
            <a:endParaRPr lang="nb-NO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• </a:t>
            </a:r>
            <a:r>
              <a:rPr lang="nb-NO" b="1" dirty="0">
                <a:solidFill>
                  <a:schemeClr val="bg1">
                    <a:lumMod val="95000"/>
                  </a:schemeClr>
                </a:solidFill>
              </a:rPr>
              <a:t>Pause / overføring  </a:t>
            </a:r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– ved eskalering, overfør til erfaren kollega.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C10480AB-0B6F-2E90-171A-5DBD07BF1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073" y="5858169"/>
            <a:ext cx="1005927" cy="99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874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E2D38DE-AC0C-E7DA-D8EE-85F26DAC2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570962"/>
          </a:xfrm>
        </p:spPr>
        <p:txBody>
          <a:bodyPr/>
          <a:lstStyle/>
          <a:p>
            <a:r>
              <a:rPr lang="nb-NO" dirty="0"/>
              <a:t>Quiz 3 – Strategier i praksis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35E6D739-D490-0647-6AE3-97EE97EEE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1741251"/>
            <a:ext cx="8596668" cy="4300111"/>
          </a:xfrm>
        </p:spPr>
        <p:txBody>
          <a:bodyPr>
            <a:normAutofit/>
          </a:bodyPr>
          <a:lstStyle/>
          <a:p>
            <a:endParaRPr lang="nb-NO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nb-NO" b="1" dirty="0">
                <a:solidFill>
                  <a:schemeClr val="bg1">
                    <a:lumMod val="95000"/>
                  </a:schemeClr>
                </a:solidFill>
              </a:rPr>
              <a:t>Scenario: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Kunde roper: 'Dette er helt ubrukelig! Hvorfor klarer dere aldri å gjøre noe riktig?’</a:t>
            </a:r>
          </a:p>
          <a:p>
            <a:endParaRPr lang="nb-NO" dirty="0">
              <a:solidFill>
                <a:schemeClr val="bg1">
                  <a:lumMod val="95000"/>
                </a:schemeClr>
              </a:solidFill>
            </a:endParaRPr>
          </a:p>
          <a:p>
            <a:endParaRPr lang="nb-NO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nb-NO" b="1" dirty="0">
                <a:solidFill>
                  <a:schemeClr val="bg1">
                    <a:lumMod val="95000"/>
                  </a:schemeClr>
                </a:solidFill>
              </a:rPr>
              <a:t>Hva bør du svare?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a) 'Det er ikke min feil at systemet er dårlig'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b) 'Jeg hører at dette er frustrerende for deg. Jeg skal gjøre alt jeg kan for å hjelpe deg.'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c) 'Hvis du roper mer, legger jeg på'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8E966704-3275-F473-7D0D-09E0F26B8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6073" y="5858169"/>
            <a:ext cx="1005927" cy="99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566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A84358B-B715-8958-4AA0-685DACF8C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570962"/>
          </a:xfrm>
        </p:spPr>
        <p:txBody>
          <a:bodyPr/>
          <a:lstStyle/>
          <a:p>
            <a:r>
              <a:rPr lang="nb-NO" dirty="0"/>
              <a:t>Kommunikasjon og service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063D7B5F-380A-C29B-8AC4-249C5BB1C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1877439"/>
            <a:ext cx="8596668" cy="4182894"/>
          </a:xfrm>
        </p:spPr>
        <p:txBody>
          <a:bodyPr>
            <a:normAutofit lnSpcReduction="10000"/>
          </a:bodyPr>
          <a:lstStyle/>
          <a:p>
            <a:endParaRPr lang="nb-NO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• </a:t>
            </a:r>
            <a:r>
              <a:rPr lang="nb-NO" u="sng" dirty="0">
                <a:solidFill>
                  <a:schemeClr val="bg1">
                    <a:lumMod val="95000"/>
                  </a:schemeClr>
                </a:solidFill>
              </a:rPr>
              <a:t>Bruk positivt språk:</a:t>
            </a:r>
          </a:p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   - Ikke si: 'Jeg vet ikke'</a:t>
            </a:r>
          </a:p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   - Bedre å si: 'La meg undersøke dette for deg’</a:t>
            </a:r>
          </a:p>
          <a:p>
            <a:endParaRPr lang="nb-NO" dirty="0">
              <a:solidFill>
                <a:schemeClr val="bg1">
                  <a:lumMod val="95000"/>
                </a:schemeClr>
              </a:solidFill>
            </a:endParaRPr>
          </a:p>
          <a:p>
            <a:br>
              <a:rPr lang="nb-NO" dirty="0">
                <a:solidFill>
                  <a:schemeClr val="bg1">
                    <a:lumMod val="95000"/>
                  </a:schemeClr>
                </a:solidFill>
              </a:rPr>
            </a:br>
            <a:endParaRPr lang="nb-NO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• Tilpass språket til kunden – ikke for teknisk, ikke nedlatende.</a:t>
            </a:r>
            <a:br>
              <a:rPr lang="nb-NO" dirty="0">
                <a:solidFill>
                  <a:schemeClr val="bg1">
                    <a:lumMod val="95000"/>
                  </a:schemeClr>
                </a:solidFill>
              </a:rPr>
            </a:br>
            <a:endParaRPr lang="nb-NO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• Hold profesjonell tone.</a:t>
            </a:r>
            <a:br>
              <a:rPr lang="nb-NO" dirty="0">
                <a:solidFill>
                  <a:schemeClr val="bg1">
                    <a:lumMod val="95000"/>
                  </a:schemeClr>
                </a:solidFill>
              </a:rPr>
            </a:br>
            <a:endParaRPr lang="nb-NO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• Oppsummer samtalen – kunden skal vite neste steg.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374051FC-1782-C94C-67CC-646FEB384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073" y="5858169"/>
            <a:ext cx="1005927" cy="99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704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1B2ADC5-503D-0E2E-936C-D2898BE8B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570962"/>
          </a:xfrm>
        </p:spPr>
        <p:txBody>
          <a:bodyPr/>
          <a:lstStyle/>
          <a:p>
            <a:r>
              <a:rPr lang="nb-NO" dirty="0"/>
              <a:t>Praktiske eksempler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7B2BDFF6-D2F0-AD8B-D5E8-5B0168C60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0331" y="1789889"/>
            <a:ext cx="8596668" cy="4261201"/>
          </a:xfrm>
        </p:spPr>
        <p:txBody>
          <a:bodyPr>
            <a:normAutofit/>
          </a:bodyPr>
          <a:lstStyle/>
          <a:p>
            <a:r>
              <a:rPr lang="nb-NO" u="sng" dirty="0">
                <a:solidFill>
                  <a:schemeClr val="bg1">
                    <a:lumMod val="95000"/>
                  </a:schemeClr>
                </a:solidFill>
              </a:rPr>
              <a:t>Eksempel 1 – Kunde er utålmodig: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Kunde: 'Jeg har ventet en halvtime!'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Ansatt: 'Jeg forstår at det er frustrerende å vente. Nå skal jeg sjekke statusen med en gang.'</a:t>
            </a:r>
          </a:p>
          <a:p>
            <a:endParaRPr lang="nb-NO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nb-NO" u="sng" dirty="0">
                <a:solidFill>
                  <a:schemeClr val="bg1">
                    <a:lumMod val="95000"/>
                  </a:schemeClr>
                </a:solidFill>
              </a:rPr>
              <a:t>Eksempel 2 – Kunde er sint: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Kunde: 'Systemet deres er håpløst, dere kan ingenting!'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Ansatt: 'Jeg hører at du er veldig frustrert. Jeg skal gjøre alt jeg kan for å finne en løsning for deg.'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D8320FB6-1060-7D90-061E-46724F0DB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073" y="5858169"/>
            <a:ext cx="1005927" cy="99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885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8A8374C-FAA0-9CDE-DF0D-EA52BFCEC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Oppsummering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AC865AFE-B2A2-C7E9-5638-3B16ABCCD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2637762"/>
            <a:ext cx="8596668" cy="3403600"/>
          </a:xfrm>
        </p:spPr>
        <p:txBody>
          <a:bodyPr>
            <a:normAutofit/>
          </a:bodyPr>
          <a:lstStyle/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• Konflikt oppstår når forventninger ikke møtes</a:t>
            </a:r>
          </a:p>
          <a:p>
            <a:endParaRPr lang="nb-NO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• Viktig å:</a:t>
            </a:r>
          </a:p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   1. Identifisere type konflikt</a:t>
            </a:r>
          </a:p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   2. Bruke riktig metode/strategi</a:t>
            </a:r>
          </a:p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   3. Kommunisere tydelig og profesjonelt</a:t>
            </a:r>
          </a:p>
          <a:p>
            <a:endParaRPr lang="nb-NO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nb-NO" dirty="0">
                <a:solidFill>
                  <a:schemeClr val="bg1">
                    <a:lumMod val="95000"/>
                  </a:schemeClr>
                </a:solidFill>
              </a:rPr>
              <a:t>• En rolig og lyttende ansatt ? = roligere kunde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26E0E42D-3C3E-9143-37FE-5DB2E0B00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073" y="5858169"/>
            <a:ext cx="1005927" cy="99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866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FB82D8D-99E3-515A-366C-F1C0E0914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424" y="301690"/>
            <a:ext cx="4338735" cy="1667069"/>
          </a:xfrm>
        </p:spPr>
        <p:txBody>
          <a:bodyPr/>
          <a:lstStyle/>
          <a:p>
            <a:r>
              <a:rPr lang="nb-NO" dirty="0"/>
              <a:t>Kilder: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8ECAC5F-6404-103E-FE24-175FC2EC3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2450969"/>
            <a:ext cx="8596668" cy="3590393"/>
          </a:xfrm>
        </p:spPr>
        <p:txBody>
          <a:bodyPr>
            <a:normAutofit/>
          </a:bodyPr>
          <a:lstStyle/>
          <a:p>
            <a:r>
              <a:rPr lang="nb-NO" u="sng" dirty="0">
                <a:solidFill>
                  <a:schemeClr val="tx1"/>
                </a:solidFill>
              </a:rPr>
              <a:t>-Power-</a:t>
            </a:r>
            <a:r>
              <a:rPr lang="nb-NO" u="sng" dirty="0" err="1">
                <a:solidFill>
                  <a:schemeClr val="tx1"/>
                </a:solidFill>
              </a:rPr>
              <a:t>points</a:t>
            </a:r>
            <a:r>
              <a:rPr lang="nb-NO" u="sng" dirty="0">
                <a:solidFill>
                  <a:schemeClr val="tx1"/>
                </a:solidFill>
              </a:rPr>
              <a:t> - (Ida Eikås)</a:t>
            </a:r>
            <a:br>
              <a:rPr lang="nb-NO" u="sng" dirty="0">
                <a:solidFill>
                  <a:schemeClr val="tx1"/>
                </a:solidFill>
              </a:rPr>
            </a:br>
            <a:r>
              <a:rPr lang="nb-NO" u="sng" dirty="0">
                <a:solidFill>
                  <a:schemeClr val="tx1"/>
                </a:solidFill>
              </a:rPr>
              <a:t>-Konflikt strategier/modeller – (</a:t>
            </a:r>
            <a:r>
              <a:rPr lang="nb-NO" u="sng" dirty="0" err="1">
                <a:solidFill>
                  <a:schemeClr val="tx1"/>
                </a:solidFill>
              </a:rPr>
              <a:t>ChatGPT</a:t>
            </a:r>
            <a:r>
              <a:rPr lang="nb-NO" u="sng" dirty="0">
                <a:solidFill>
                  <a:schemeClr val="tx1"/>
                </a:solidFill>
              </a:rPr>
              <a:t>)</a:t>
            </a:r>
            <a:br>
              <a:rPr lang="nb-NO" u="sng" dirty="0">
                <a:solidFill>
                  <a:schemeClr val="tx1"/>
                </a:solidFill>
              </a:rPr>
            </a:br>
            <a:r>
              <a:rPr lang="nb-NO" u="sng" dirty="0">
                <a:solidFill>
                  <a:schemeClr val="tx1"/>
                </a:solidFill>
              </a:rPr>
              <a:t>-Case oppgave – konflikt - (Loki.of.Norway)</a:t>
            </a:r>
          </a:p>
          <a:p>
            <a:endParaRPr lang="nb-NO" u="sng" dirty="0">
              <a:solidFill>
                <a:schemeClr val="tx1"/>
              </a:solidFill>
            </a:endParaRPr>
          </a:p>
          <a:p>
            <a:r>
              <a:rPr lang="nb-NO" u="sng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-Modeller for konflikthåndtering</a:t>
            </a:r>
            <a:r>
              <a:rPr lang="nb-NO" u="sng" dirty="0">
                <a:solidFill>
                  <a:schemeClr val="tx1"/>
                </a:solidFill>
              </a:rPr>
              <a:t> </a:t>
            </a:r>
            <a:r>
              <a:rPr lang="nb-NO" u="sng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– NDLA</a:t>
            </a:r>
            <a:r>
              <a:rPr lang="nb-NO" u="sng" dirty="0">
                <a:solidFill>
                  <a:schemeClr val="tx1"/>
                </a:solidFill>
              </a:rPr>
              <a:t>.no</a:t>
            </a:r>
          </a:p>
          <a:p>
            <a:r>
              <a:rPr lang="nb-NO" u="sng" dirty="0">
                <a:solidFill>
                  <a:schemeClr val="tx1"/>
                </a:solidFill>
              </a:rPr>
              <a:t>-</a:t>
            </a:r>
            <a:r>
              <a:rPr lang="nb-NO" u="sng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Konflikter i profesjonelle relasjoner</a:t>
            </a:r>
            <a:r>
              <a:rPr lang="nb-NO" u="sng" dirty="0">
                <a:solidFill>
                  <a:schemeClr val="tx1"/>
                </a:solidFill>
              </a:rPr>
              <a:t> – NDLA.no</a:t>
            </a:r>
          </a:p>
          <a:p>
            <a:endParaRPr lang="nb-NO" u="sng" dirty="0">
              <a:solidFill>
                <a:schemeClr val="tx1"/>
              </a:solidFill>
            </a:endParaRPr>
          </a:p>
          <a:p>
            <a:r>
              <a:rPr lang="nb-NO" u="sng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-12 prinsipper for </a:t>
            </a:r>
            <a:r>
              <a:rPr lang="nb-NO" u="sng" dirty="0" err="1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læringsefekt</a:t>
            </a:r>
            <a:r>
              <a:rPr lang="nb-NO" u="sng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ved </a:t>
            </a:r>
            <a:r>
              <a:rPr lang="nb-NO" u="sng" dirty="0" err="1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mulitmedia</a:t>
            </a:r>
            <a:r>
              <a:rPr lang="nb-NO" u="sng" dirty="0">
                <a:solidFill>
                  <a:schemeClr val="tx1"/>
                </a:solidFill>
              </a:rPr>
              <a:t> - </a:t>
            </a:r>
            <a:r>
              <a:rPr lang="nb-NO" u="sng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Richard E. Mayers </a:t>
            </a:r>
            <a:endParaRPr lang="nb-NO" u="sng" dirty="0">
              <a:solidFill>
                <a:schemeClr val="tx1"/>
              </a:solidFill>
            </a:endParaRPr>
          </a:p>
          <a:p>
            <a:endParaRPr lang="nb-NO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41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ADCD0C9-5DC3-89AF-80D5-29F686F72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0"/>
            <a:ext cx="7766936" cy="1646302"/>
          </a:xfrm>
        </p:spPr>
        <p:txBody>
          <a:bodyPr/>
          <a:lstStyle/>
          <a:p>
            <a:r>
              <a:rPr lang="nb-NO" dirty="0"/>
              <a:t>Avslutning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2F0457F8-6FD6-51EE-4D23-D10C0028F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023" y="1910748"/>
            <a:ext cx="9379670" cy="2272146"/>
          </a:xfrm>
        </p:spPr>
        <p:txBody>
          <a:bodyPr>
            <a:normAutofit/>
          </a:bodyPr>
          <a:lstStyle/>
          <a:p>
            <a:pPr algn="l"/>
            <a:r>
              <a:rPr lang="nb-NO" dirty="0">
                <a:solidFill>
                  <a:schemeClr val="bg1"/>
                </a:solidFill>
              </a:rPr>
              <a:t>• Viktigste </a:t>
            </a:r>
            <a:r>
              <a:rPr lang="nb-NO" b="1" dirty="0">
                <a:solidFill>
                  <a:schemeClr val="bg1"/>
                </a:solidFill>
              </a:rPr>
              <a:t>læringspunkter</a:t>
            </a:r>
            <a:r>
              <a:rPr lang="nb-NO" dirty="0">
                <a:solidFill>
                  <a:schemeClr val="bg1"/>
                </a:solidFill>
              </a:rPr>
              <a:t>: Forståelse? Identifisering? Metode? Og... Kommunikasjon!</a:t>
            </a:r>
          </a:p>
          <a:p>
            <a:pPr algn="l"/>
            <a:endParaRPr lang="nb-NO" dirty="0">
              <a:solidFill>
                <a:schemeClr val="bg1"/>
              </a:solidFill>
            </a:endParaRPr>
          </a:p>
          <a:p>
            <a:pPr algn="l"/>
            <a:r>
              <a:rPr lang="nb-NO" dirty="0">
                <a:solidFill>
                  <a:schemeClr val="bg1"/>
                </a:solidFill>
              </a:rPr>
              <a:t>• 'En </a:t>
            </a:r>
            <a:r>
              <a:rPr lang="nb-NO" b="1" dirty="0">
                <a:solidFill>
                  <a:schemeClr val="bg1"/>
                </a:solidFill>
              </a:rPr>
              <a:t>profesjonell holdning</a:t>
            </a:r>
            <a:r>
              <a:rPr lang="nb-NO" dirty="0">
                <a:solidFill>
                  <a:schemeClr val="bg1"/>
                </a:solidFill>
              </a:rPr>
              <a:t> kan gjøre en frustrert </a:t>
            </a:r>
            <a:r>
              <a:rPr lang="nb-NO" b="1" dirty="0">
                <a:solidFill>
                  <a:schemeClr val="bg1"/>
                </a:solidFill>
              </a:rPr>
              <a:t>kunde</a:t>
            </a:r>
            <a:r>
              <a:rPr lang="nb-NO" dirty="0">
                <a:solidFill>
                  <a:schemeClr val="bg1"/>
                </a:solidFill>
              </a:rPr>
              <a:t> til en </a:t>
            </a:r>
            <a:r>
              <a:rPr lang="nb-NO" b="1" dirty="0">
                <a:solidFill>
                  <a:schemeClr val="bg1"/>
                </a:solidFill>
              </a:rPr>
              <a:t>lojal kunde</a:t>
            </a:r>
            <a:r>
              <a:rPr lang="nb-NO" dirty="0">
                <a:solidFill>
                  <a:schemeClr val="bg1"/>
                </a:solidFill>
              </a:rPr>
              <a:t>.’</a:t>
            </a:r>
          </a:p>
          <a:p>
            <a:endParaRPr lang="nb-NO" dirty="0"/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F0E0F487-B24B-7045-1532-226EA48B5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373" y="4579269"/>
            <a:ext cx="2512619" cy="2497392"/>
          </a:xfrm>
          <a:prstGeom prst="rect">
            <a:avLst/>
          </a:prstGeom>
        </p:spPr>
      </p:pic>
      <p:sp>
        <p:nvSpPr>
          <p:cNvPr id="5" name="TekstSylinder 4">
            <a:extLst>
              <a:ext uri="{FF2B5EF4-FFF2-40B4-BE49-F238E27FC236}">
                <a16:creationId xmlns:a16="http://schemas.microsoft.com/office/drawing/2014/main" id="{0EF62295-E898-F3E9-AD3F-3F9BA2115BB3}"/>
              </a:ext>
            </a:extLst>
          </p:cNvPr>
          <p:cNvSpPr txBox="1"/>
          <p:nvPr/>
        </p:nvSpPr>
        <p:spPr>
          <a:xfrm>
            <a:off x="0" y="6273225"/>
            <a:ext cx="57169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200" b="1" dirty="0">
                <a:solidFill>
                  <a:schemeClr val="bg1"/>
                </a:solidFill>
              </a:rPr>
              <a:t>©  Laget av </a:t>
            </a:r>
            <a:r>
              <a:rPr lang="nb-NO" sz="3200" b="1" dirty="0"/>
              <a:t>@</a:t>
            </a:r>
            <a:r>
              <a:rPr lang="nb-NO" sz="3200" b="1" u="sng" dirty="0"/>
              <a:t>Loki</a:t>
            </a:r>
            <a:r>
              <a:rPr lang="nb-NO" sz="3200" b="1" dirty="0"/>
              <a:t>.</a:t>
            </a:r>
            <a:r>
              <a:rPr lang="nb-NO" sz="3200" b="1" u="sng" dirty="0"/>
              <a:t>of</a:t>
            </a:r>
            <a:r>
              <a:rPr lang="nb-NO" sz="3200" b="1" dirty="0"/>
              <a:t>.</a:t>
            </a:r>
            <a:r>
              <a:rPr lang="nb-NO" sz="3200" b="1" u="sng" dirty="0"/>
              <a:t>Norway</a:t>
            </a:r>
          </a:p>
        </p:txBody>
      </p:sp>
    </p:spTree>
    <p:extLst>
      <p:ext uri="{BB962C8B-B14F-4D97-AF65-F5344CB8AC3E}">
        <p14:creationId xmlns:p14="http://schemas.microsoft.com/office/powerpoint/2010/main" val="442360174"/>
      </p:ext>
    </p:extLst>
  </p:cSld>
  <p:clrMapOvr>
    <a:masterClrMapping/>
  </p:clrMapOvr>
</p:sld>
</file>

<file path=ppt/theme/theme1.xml><?xml version="1.0" encoding="utf-8"?>
<a:theme xmlns:a="http://schemas.openxmlformats.org/drawingml/2006/main" name="Fasett">
  <a:themeElements>
    <a:clrScheme name="Faset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set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set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216</TotalTime>
  <Words>845</Words>
  <Application>Microsoft Office PowerPoint</Application>
  <PresentationFormat>Widescreen</PresentationFormat>
  <Paragraphs>117</Paragraphs>
  <Slides>15</Slides>
  <Notes>5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15</vt:i4>
      </vt:variant>
    </vt:vector>
  </HeadingPairs>
  <TitlesOfParts>
    <vt:vector size="20" baseType="lpstr">
      <vt:lpstr>Aptos</vt:lpstr>
      <vt:lpstr>Arial</vt:lpstr>
      <vt:lpstr>Trebuchet MS</vt:lpstr>
      <vt:lpstr>Wingdings 3</vt:lpstr>
      <vt:lpstr>Fasett</vt:lpstr>
      <vt:lpstr>Kurs i konflikthåndtering</vt:lpstr>
      <vt:lpstr>Introduksjon</vt:lpstr>
      <vt:lpstr>Hva er en konflikt?</vt:lpstr>
      <vt:lpstr>Quiz 1 – Hva er en konflikt?</vt:lpstr>
      <vt:lpstr>Hvorfor oppstår konflikter?</vt:lpstr>
      <vt:lpstr>Typer konflikter</vt:lpstr>
      <vt:lpstr>Quiz 2 – Gjenkjenne konflikttype</vt:lpstr>
      <vt:lpstr>Strategier for konflikthåndtering</vt:lpstr>
      <vt:lpstr>Konkrete metoder</vt:lpstr>
      <vt:lpstr>Quiz 3 – Strategier i praksis</vt:lpstr>
      <vt:lpstr>Kommunikasjon og service</vt:lpstr>
      <vt:lpstr>Praktiske eksempler</vt:lpstr>
      <vt:lpstr>Oppsummering</vt:lpstr>
      <vt:lpstr>Kilder:</vt:lpstr>
      <vt:lpstr>Avslutning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Theodor Kvalem</dc:creator>
  <cp:lastModifiedBy>Theodor Kvalem</cp:lastModifiedBy>
  <cp:revision>1</cp:revision>
  <dcterms:created xsi:type="dcterms:W3CDTF">2025-09-29T07:56:22Z</dcterms:created>
  <dcterms:modified xsi:type="dcterms:W3CDTF">2025-10-03T07:27:04Z</dcterms:modified>
</cp:coreProperties>
</file>